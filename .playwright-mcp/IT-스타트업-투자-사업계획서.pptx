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StartupShow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</a:rPr>
              <a:t>AI Chatbot Startup Business Plan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</a:rPr>
              <a:t>Investing in the Future of Customer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Revolutionizing customer interactions with intelligent AI chatbots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John Doe, CEO of ChatBot Innovations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2023-10-01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The Problem in Customer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Challenges Faced by Businesses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😟 Slow Response Times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Businesses often take hours or days to respond to customer inquiries, leading to frustration and lost sales.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💸 High Operational Costs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Manual customer support requires large teams, increasing expenses without scalable results.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📉 Inconsistent Customer Experience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Varying human responses result in uneven service quality and brand inconsistency.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타겟 고객: Small and medium-sized enterprises (SMEs) in e-commerce and retail sectors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Our Innovative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AI-Powered Chatbot for Seamless Interactions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Our AI chatbot platform uses advanced machine learning to provide instant, personalized customer support, reducing response times and operational costs.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🤖 Natural Language Processing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Understands complex queries and responds accurately in real-time, mimicking human conversation.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🔒 Data Security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Ensures compliance with GDPR and other regulations through encrypted data handling.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📊 Analytics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Provides real-time insights into customer interactions to help businesses optimize their services.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Market Opportunity and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Growing Landscape for AI in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828800" cy="1828800"/>
          </a:xfrm>
          <a:prstGeom prst="ellipse">
            <a:avLst/>
          </a:prstGeom>
          <a:solidFill>
            <a:srgbClr val="2563E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$100B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global AI customer service market, including all potential applications across industries.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828800" cy="1828800"/>
          </a:xfrm>
          <a:prstGeom prst="ellipse">
            <a:avLst/>
          </a:prstGeom>
          <a:solidFill>
            <a:srgbClr val="1E40AF">
              <a:alpha val="80000"/>
            </a:srgbClr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SAM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$40B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portion accessible to our platform, focusing on English-speaking markets in North America and Europe.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1828800" cy="1828800"/>
          </a:xfrm>
          <a:prstGeom prst="ellipse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SOM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$10B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Our realistic target within the first three years, capturing 25% of the SAM through targeted sales.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📈 28%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Investment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Join Us in Scaling Our 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투자 라운드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Seed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목표 금액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$2M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기업가치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926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$10M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투자 조건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Equity-based with standard SAFE agreements and 20% liquidation preference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현재 진행 상황: We have secured initial commitments from angel investors and are actively seeking lead investors for this round.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StartupShow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스타트업 투자 사업계획서</dc:title>
  <dc:subject>AI Generated Business Plan</dc:subject>
  <dc:creator>StartupShow AI</dc:creator>
  <cp:lastModifiedBy>StartupShow AI</cp:lastModifiedBy>
  <cp:revision>1</cp:revision>
  <dcterms:created xsi:type="dcterms:W3CDTF">2025-12-16T13:22:33Z</dcterms:created>
  <dcterms:modified xsi:type="dcterms:W3CDTF">2025-12-16T13:22:33Z</dcterms:modified>
</cp:coreProperties>
</file>